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📚 EduGen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AI-Powered Learning Platform for Engineering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📌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Comprehensive AI-powered learning platform for engineering students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Specialized features for arrear students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Personalized, interactive learning experiences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RAG (Retrieval-Augmented Generation) capabilities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Live Website: edugen-ai-zeta.vercel.app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🎯 Proven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3-Step Learning Flow: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1. Staff Posts Topic/File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2. Student Reads via AI Chatbot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3. Student Takes Quiz → Knowledge Mastery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Scientific Foundation: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75% better retention through active recall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6% higher attendance in active learning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89% more information retained after one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🛠️ Tech Stack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⚛️ React.js 19.1.0 – Modern UI with hooks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🎨 CSS3 – Responsive design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📱 Progressive Web App – Offline capabilities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🎯 React Router DOM – Client-side routing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📊 Canvas Confetti – Interactive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🛠️ Tech Stack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🚀 Node.js + Express – Primary backend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🐍 Python Flask – RAG API server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🧠 Groq API – High-speed inference (Llama 3.3 70b)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🤖 Google Generative AI – Language models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📄 PyPDF2 – PDF parsing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📰 GNews API – Real-time news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💾 Database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🔥 Firebase – Real-time database &amp; auth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🗄️ Firestore – NoSQL document database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🔐 Firebase Auth – Secure authentication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AI &amp; ML: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Custom RAG System with vector database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Hybrid Search (keyword + semantic)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Local vector indexing for fast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🌟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🤖 Intelligent AI Tutor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RAG-Powered Answers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Content Approval Workflow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Multi-Mode Chatbot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👥 Staff Dashboard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Performance Metrics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Strength/Weakness Analysis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File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🛡️ Admin Dashboard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System Oversight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Data Visualization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📚 Learning Tools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Smart Notes Generation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Adaptive Quiz Creation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Progress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🌟 Additional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🎙️ Voice &amp; Audio: Speech recognition, Text-to-Speech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📱 Responsive Design: Desktop, tablet, mobile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🌙 Dark/Light Mode: Customizable interface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📅 Smart Timetable: Exam and class schedules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⏱️ Study Timer: Pomodoro-style with gamified breaks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🎮 Study Break Games: Tic-Tac-Toe, Memory Match, Tricky Cup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🏆 Gamification: Achievements, leaderboards, streaks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1. User Entry &amp; Authentication (Firebase Auth)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2. Frontend Layer (React PWA)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• Student Dashboard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• Staff Dashboard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• Admin Dashboard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3. Backend Layer (Microservices)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• Node.js + Express (Primary)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• Python Flask (RAG Service)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4. Data &amp; Storage (Firestore + Local Storage)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5. AI Integration (Groq, RAG Pipeline)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🔍 RAG Pipeline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1. PDF Upload → Text Extraction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2. Vector Chunking → Store in Vector DB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3. User Query → Vector Similarity Search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4. Context Retrieval → Variable Context Window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5. LLM Query → Context + Prompt → Accurate Answer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Context-aware answers from uploaded documents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Syllabus-aligned content generation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Fast retrieval with local vector indexing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🚀 Quick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Prerequisites: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Node.js (v20.x+)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Python 3.10+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Firebase account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API keys (Groq/OpenRouter)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Setup: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1. Clone repository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2. Install dependencies (npm + pip)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3. Configure .env file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4. Run 3 terminals (Frontend, Node Backend, Python RAG)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📈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✅ Improved Semester Pass Rates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Structured learning path ensures comprehensive coverage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✅ Enhanced Conceptual Clarity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AI-guided explanations target individual weak points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✅ Better Knowledge Retention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Multi-step approach creates stronger neural pathways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✅ Reduced Academic Stress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   Gradual, systematic learning prevents cramming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Built with ❤️ for Engineering Students</a:t>
            </a:r>
          </a:p>
          <a:p/>
          <a:p>
            <a:r>
              <a:t>Live: edugen-ai-zeta.vercel.app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